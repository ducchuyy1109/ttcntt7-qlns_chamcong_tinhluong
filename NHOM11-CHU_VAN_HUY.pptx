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28803600" cy="446230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055" userDrawn="1">
          <p15:clr>
            <a:srgbClr val="A4A3A4"/>
          </p15:clr>
        </p15:guide>
        <p15:guide id="2" pos="9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29" autoAdjust="0"/>
    <p:restoredTop sz="94660"/>
  </p:normalViewPr>
  <p:slideViewPr>
    <p:cSldViewPr snapToGrid="0" showGuides="1">
      <p:cViewPr>
        <p:scale>
          <a:sx n="10" d="100"/>
          <a:sy n="10" d="100"/>
        </p:scale>
        <p:origin x="2722" y="432"/>
      </p:cViewPr>
      <p:guideLst>
        <p:guide orient="horz" pos="14055"/>
        <p:guide pos="9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60270" y="7302894"/>
            <a:ext cx="24483060" cy="15535428"/>
          </a:xfrm>
        </p:spPr>
        <p:txBody>
          <a:bodyPr anchor="b"/>
          <a:lstStyle>
            <a:lvl1pPr algn="ctr">
              <a:defRPr sz="18900"/>
            </a:lvl1pPr>
          </a:lstStyle>
          <a:p>
            <a:r>
              <a:rPr lang="en-US"/>
              <a:t>Click to edit Master title style</a:t>
            </a:r>
            <a:endParaRPr lang="en-US" dirty="0"/>
          </a:p>
        </p:txBody>
      </p:sp>
      <p:sp>
        <p:nvSpPr>
          <p:cNvPr id="3" name="Subtitle 2"/>
          <p:cNvSpPr>
            <a:spLocks noGrp="1"/>
          </p:cNvSpPr>
          <p:nvPr>
            <p:ph type="subTitle" idx="1"/>
          </p:nvPr>
        </p:nvSpPr>
        <p:spPr>
          <a:xfrm>
            <a:off x="3600450" y="23437428"/>
            <a:ext cx="21602700" cy="10773568"/>
          </a:xfrm>
        </p:spPr>
        <p:txBody>
          <a:bodyPr/>
          <a:lstStyle>
            <a:lvl1pPr marL="0" indent="0" algn="ctr">
              <a:buNone/>
              <a:defRPr sz="7560"/>
            </a:lvl1pPr>
            <a:lvl2pPr marL="1440180" indent="0" algn="ctr">
              <a:buNone/>
              <a:defRPr sz="6300"/>
            </a:lvl2pPr>
            <a:lvl3pPr marL="2880360" indent="0" algn="ctr">
              <a:buNone/>
              <a:defRPr sz="5670"/>
            </a:lvl3pPr>
            <a:lvl4pPr marL="4320540" indent="0" algn="ctr">
              <a:buNone/>
              <a:defRPr sz="5040"/>
            </a:lvl4pPr>
            <a:lvl5pPr marL="5760720" indent="0" algn="ctr">
              <a:buNone/>
              <a:defRPr sz="5040"/>
            </a:lvl5pPr>
            <a:lvl6pPr marL="7200900" indent="0" algn="ctr">
              <a:buNone/>
              <a:defRPr sz="5040"/>
            </a:lvl6pPr>
            <a:lvl7pPr marL="8641080" indent="0" algn="ctr">
              <a:buNone/>
              <a:defRPr sz="5040"/>
            </a:lvl7pPr>
            <a:lvl8pPr marL="10081260" indent="0" algn="ctr">
              <a:buNone/>
              <a:defRPr sz="5040"/>
            </a:lvl8pPr>
            <a:lvl9pPr marL="11521440" indent="0" algn="ctr">
              <a:buNone/>
              <a:defRPr sz="5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97154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009976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247" y="11124784"/>
            <a:ext cx="24843105" cy="18561941"/>
          </a:xfrm>
        </p:spPr>
        <p:txBody>
          <a:bodyPr anchor="b"/>
          <a:lstStyle>
            <a:lvl1pPr>
              <a:defRPr sz="18900"/>
            </a:lvl1pPr>
          </a:lstStyle>
          <a:p>
            <a:r>
              <a:rPr lang="en-US"/>
              <a:t>Click to edit Master title style</a:t>
            </a:r>
            <a:endParaRPr lang="en-US" dirty="0"/>
          </a:p>
        </p:txBody>
      </p:sp>
      <p:sp>
        <p:nvSpPr>
          <p:cNvPr id="3" name="Text Placeholder 2"/>
          <p:cNvSpPr>
            <a:spLocks noGrp="1"/>
          </p:cNvSpPr>
          <p:nvPr>
            <p:ph type="body" idx="1"/>
          </p:nvPr>
        </p:nvSpPr>
        <p:spPr>
          <a:xfrm>
            <a:off x="1965247" y="29862329"/>
            <a:ext cx="24843105" cy="9761286"/>
          </a:xfrm>
        </p:spPr>
        <p:txBody>
          <a:bodyPr/>
          <a:lstStyle>
            <a:lvl1pPr marL="0" indent="0">
              <a:buNone/>
              <a:defRPr sz="7560">
                <a:solidFill>
                  <a:schemeClr val="tx1"/>
                </a:solidFill>
              </a:defRPr>
            </a:lvl1pPr>
            <a:lvl2pPr marL="1440180" indent="0">
              <a:buNone/>
              <a:defRPr sz="6300">
                <a:solidFill>
                  <a:schemeClr val="tx1">
                    <a:tint val="75000"/>
                  </a:schemeClr>
                </a:solidFill>
              </a:defRPr>
            </a:lvl2pPr>
            <a:lvl3pPr marL="2880360" indent="0">
              <a:buNone/>
              <a:defRPr sz="5670">
                <a:solidFill>
                  <a:schemeClr val="tx1">
                    <a:tint val="75000"/>
                  </a:schemeClr>
                </a:solidFill>
              </a:defRPr>
            </a:lvl3pPr>
            <a:lvl4pPr marL="4320540" indent="0">
              <a:buNone/>
              <a:defRPr sz="5040">
                <a:solidFill>
                  <a:schemeClr val="tx1">
                    <a:tint val="75000"/>
                  </a:schemeClr>
                </a:solidFill>
              </a:defRPr>
            </a:lvl4pPr>
            <a:lvl5pPr marL="5760720" indent="0">
              <a:buNone/>
              <a:defRPr sz="5040">
                <a:solidFill>
                  <a:schemeClr val="tx1">
                    <a:tint val="75000"/>
                  </a:schemeClr>
                </a:solidFill>
              </a:defRPr>
            </a:lvl5pPr>
            <a:lvl6pPr marL="7200900" indent="0">
              <a:buNone/>
              <a:defRPr sz="5040">
                <a:solidFill>
                  <a:schemeClr val="tx1">
                    <a:tint val="75000"/>
                  </a:schemeClr>
                </a:solidFill>
              </a:defRPr>
            </a:lvl6pPr>
            <a:lvl7pPr marL="8641080" indent="0">
              <a:buNone/>
              <a:defRPr sz="5040">
                <a:solidFill>
                  <a:schemeClr val="tx1">
                    <a:tint val="75000"/>
                  </a:schemeClr>
                </a:solidFill>
              </a:defRPr>
            </a:lvl7pPr>
            <a:lvl8pPr marL="10081260" indent="0">
              <a:buNone/>
              <a:defRPr sz="5040">
                <a:solidFill>
                  <a:schemeClr val="tx1">
                    <a:tint val="75000"/>
                  </a:schemeClr>
                </a:solidFill>
              </a:defRPr>
            </a:lvl8pPr>
            <a:lvl9pPr marL="1152144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1383749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80248"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81823"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5511AC-980B-485A-851E-DBD0B8F4CBA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696209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375773"/>
            <a:ext cx="24843105" cy="862505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84002" y="10938845"/>
            <a:ext cx="12185271"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4" name="Content Placeholder 3"/>
          <p:cNvSpPr>
            <a:spLocks noGrp="1"/>
          </p:cNvSpPr>
          <p:nvPr>
            <p:ph sz="half" idx="2"/>
          </p:nvPr>
        </p:nvSpPr>
        <p:spPr>
          <a:xfrm>
            <a:off x="1984002" y="16299804"/>
            <a:ext cx="12185271"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81824" y="10938845"/>
            <a:ext cx="12245282"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6" name="Content Placeholder 5"/>
          <p:cNvSpPr>
            <a:spLocks noGrp="1"/>
          </p:cNvSpPr>
          <p:nvPr>
            <p:ph sz="quarter" idx="4"/>
          </p:nvPr>
        </p:nvSpPr>
        <p:spPr>
          <a:xfrm>
            <a:off x="14581824" y="16299804"/>
            <a:ext cx="12245282"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5511AC-980B-485A-851E-DBD0B8F4CBAD}" type="datetimeFigureOut">
              <a:rPr lang="en-US" smtClean="0"/>
              <a:t>1/29/2026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292779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5511AC-980B-485A-851E-DBD0B8F4CBAD}" type="datetimeFigureOut">
              <a:rPr lang="en-US" smtClean="0"/>
              <a:t>1/29/2026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368988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134302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Content Placeholder 2"/>
          <p:cNvSpPr>
            <a:spLocks noGrp="1"/>
          </p:cNvSpPr>
          <p:nvPr>
            <p:ph idx="1"/>
          </p:nvPr>
        </p:nvSpPr>
        <p:spPr>
          <a:xfrm>
            <a:off x="12245281" y="6424901"/>
            <a:ext cx="14581823" cy="31711279"/>
          </a:xfrm>
        </p:spPr>
        <p:txBody>
          <a:bodyPr/>
          <a:lstStyle>
            <a:lvl1pPr>
              <a:defRPr sz="10080"/>
            </a:lvl1pPr>
            <a:lvl2pPr>
              <a:defRPr sz="8820"/>
            </a:lvl2pPr>
            <a:lvl3pPr>
              <a:defRPr sz="7560"/>
            </a:lvl3pPr>
            <a:lvl4pPr>
              <a:defRPr sz="6300"/>
            </a:lvl4pPr>
            <a:lvl5pPr>
              <a:defRPr sz="6300"/>
            </a:lvl5pPr>
            <a:lvl6pPr>
              <a:defRPr sz="6300"/>
            </a:lvl6pPr>
            <a:lvl7pPr>
              <a:defRPr sz="6300"/>
            </a:lvl7pPr>
            <a:lvl8pPr>
              <a:defRPr sz="6300"/>
            </a:lvl8pPr>
            <a:lvl9pPr>
              <a:defRPr sz="6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19053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245281" y="6424901"/>
            <a:ext cx="14581823" cy="31711279"/>
          </a:xfrm>
        </p:spPr>
        <p:txBody>
          <a:bodyPr anchor="t"/>
          <a:lstStyle>
            <a:lvl1pPr marL="0" indent="0">
              <a:buNone/>
              <a:defRPr sz="10080"/>
            </a:lvl1pPr>
            <a:lvl2pPr marL="1440180" indent="0">
              <a:buNone/>
              <a:defRPr sz="8820"/>
            </a:lvl2pPr>
            <a:lvl3pPr marL="2880360" indent="0">
              <a:buNone/>
              <a:defRPr sz="7560"/>
            </a:lvl3pPr>
            <a:lvl4pPr marL="4320540" indent="0">
              <a:buNone/>
              <a:defRPr sz="6300"/>
            </a:lvl4pPr>
            <a:lvl5pPr marL="5760720" indent="0">
              <a:buNone/>
              <a:defRPr sz="6300"/>
            </a:lvl5pPr>
            <a:lvl6pPr marL="7200900" indent="0">
              <a:buNone/>
              <a:defRPr sz="6300"/>
            </a:lvl6pPr>
            <a:lvl7pPr marL="8641080" indent="0">
              <a:buNone/>
              <a:defRPr sz="6300"/>
            </a:lvl7pPr>
            <a:lvl8pPr marL="10081260" indent="0">
              <a:buNone/>
              <a:defRPr sz="6300"/>
            </a:lvl8pPr>
            <a:lvl9pPr marL="11521440" indent="0">
              <a:buNone/>
              <a:defRPr sz="6300"/>
            </a:lvl9pPr>
          </a:lstStyle>
          <a:p>
            <a:r>
              <a:rPr lang="en-US"/>
              <a:t>Click icon to add picture</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15160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63329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2578" y="2375764"/>
            <a:ext cx="6210776" cy="378159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80249" y="2375764"/>
            <a:ext cx="18272284" cy="37815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65366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248" y="2375773"/>
            <a:ext cx="24843105" cy="862505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80248" y="11878818"/>
            <a:ext cx="24843105" cy="283129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80248" y="41358955"/>
            <a:ext cx="6480810" cy="2375764"/>
          </a:xfrm>
          <a:prstGeom prst="rect">
            <a:avLst/>
          </a:prstGeom>
        </p:spPr>
        <p:txBody>
          <a:bodyPr vert="horz" lIns="91440" tIns="45720" rIns="91440" bIns="45720" rtlCol="0" anchor="ctr"/>
          <a:lstStyle>
            <a:lvl1pPr algn="l">
              <a:defRPr sz="3780">
                <a:solidFill>
                  <a:schemeClr val="tx1">
                    <a:tint val="75000"/>
                  </a:schemeClr>
                </a:solidFill>
              </a:defRPr>
            </a:lvl1pPr>
          </a:lstStyle>
          <a:p>
            <a:fld id="{E95511AC-980B-485A-851E-DBD0B8F4CBAD}" type="datetimeFigureOut">
              <a:rPr lang="en-US" smtClean="0"/>
              <a:t>1/29/2026</a:t>
            </a:fld>
            <a:endParaRPr lang="en-US"/>
          </a:p>
        </p:txBody>
      </p:sp>
      <p:sp>
        <p:nvSpPr>
          <p:cNvPr id="5" name="Footer Placeholder 4"/>
          <p:cNvSpPr>
            <a:spLocks noGrp="1"/>
          </p:cNvSpPr>
          <p:nvPr>
            <p:ph type="ftr" sz="quarter" idx="3"/>
          </p:nvPr>
        </p:nvSpPr>
        <p:spPr>
          <a:xfrm>
            <a:off x="9541193" y="41358955"/>
            <a:ext cx="9721215" cy="2375764"/>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342543" y="41358955"/>
            <a:ext cx="6480810" cy="2375764"/>
          </a:xfrm>
          <a:prstGeom prst="rect">
            <a:avLst/>
          </a:prstGeom>
        </p:spPr>
        <p:txBody>
          <a:bodyPr vert="horz" lIns="91440" tIns="45720" rIns="91440" bIns="45720" rtlCol="0" anchor="ctr"/>
          <a:lstStyle>
            <a:lvl1pPr algn="r">
              <a:defRPr sz="3780">
                <a:solidFill>
                  <a:schemeClr val="tx1">
                    <a:tint val="75000"/>
                  </a:schemeClr>
                </a:solidFill>
              </a:defRPr>
            </a:lvl1pPr>
          </a:lstStyle>
          <a:p>
            <a:fld id="{06A2BFA2-7CEB-4D76-9663-917F13DE4B1E}" type="slidenum">
              <a:rPr lang="en-US" smtClean="0"/>
              <a:t>‹#›</a:t>
            </a:fld>
            <a:endParaRPr lang="en-US"/>
          </a:p>
        </p:txBody>
      </p:sp>
    </p:spTree>
    <p:extLst>
      <p:ext uri="{BB962C8B-B14F-4D97-AF65-F5344CB8AC3E}">
        <p14:creationId xmlns:p14="http://schemas.microsoft.com/office/powerpoint/2010/main" val="145624809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880360" rtl="0" eaLnBrk="1" latinLnBrk="0" hangingPunct="1">
        <a:lnSpc>
          <a:spcPct val="90000"/>
        </a:lnSpc>
        <a:spcBef>
          <a:spcPct val="0"/>
        </a:spcBef>
        <a:buNone/>
        <a:defRPr sz="13860" kern="1200">
          <a:solidFill>
            <a:schemeClr val="tx1"/>
          </a:solidFill>
          <a:latin typeface="+mj-lt"/>
          <a:ea typeface="+mj-ea"/>
          <a:cs typeface="+mj-cs"/>
        </a:defRPr>
      </a:lvl1pPr>
    </p:titleStyle>
    <p:bodyStyle>
      <a:lvl1pPr marL="720090" indent="-720090" algn="l" defTabSz="2880360" rtl="0" eaLnBrk="1" latinLnBrk="0" hangingPunct="1">
        <a:lnSpc>
          <a:spcPct val="90000"/>
        </a:lnSpc>
        <a:spcBef>
          <a:spcPts val="3150"/>
        </a:spcBef>
        <a:buFont typeface="Arial" panose="020B0604020202020204" pitchFamily="34" charset="0"/>
        <a:buChar char="•"/>
        <a:defRPr sz="8820" kern="1200">
          <a:solidFill>
            <a:schemeClr val="tx1"/>
          </a:solidFill>
          <a:latin typeface="+mn-lt"/>
          <a:ea typeface="+mn-ea"/>
          <a:cs typeface="+mn-cs"/>
        </a:defRPr>
      </a:lvl1pPr>
      <a:lvl2pPr marL="2160270" indent="-720090" algn="l" defTabSz="2880360" rtl="0" eaLnBrk="1" latinLnBrk="0" hangingPunct="1">
        <a:lnSpc>
          <a:spcPct val="90000"/>
        </a:lnSpc>
        <a:spcBef>
          <a:spcPts val="1575"/>
        </a:spcBef>
        <a:buFont typeface="Arial" panose="020B0604020202020204" pitchFamily="34" charset="0"/>
        <a:buChar char="•"/>
        <a:defRPr sz="7560" kern="1200">
          <a:solidFill>
            <a:schemeClr val="tx1"/>
          </a:solidFill>
          <a:latin typeface="+mn-lt"/>
          <a:ea typeface="+mn-ea"/>
          <a:cs typeface="+mn-cs"/>
        </a:defRPr>
      </a:lvl2pPr>
      <a:lvl3pPr marL="3600450" indent="-720090" algn="l" defTabSz="2880360" rtl="0" eaLnBrk="1" latinLnBrk="0" hangingPunct="1">
        <a:lnSpc>
          <a:spcPct val="90000"/>
        </a:lnSpc>
        <a:spcBef>
          <a:spcPts val="1575"/>
        </a:spcBef>
        <a:buFont typeface="Arial" panose="020B0604020202020204" pitchFamily="34" charset="0"/>
        <a:buChar char="•"/>
        <a:defRPr sz="6300" kern="1200">
          <a:solidFill>
            <a:schemeClr val="tx1"/>
          </a:solidFill>
          <a:latin typeface="+mn-lt"/>
          <a:ea typeface="+mn-ea"/>
          <a:cs typeface="+mn-cs"/>
        </a:defRPr>
      </a:lvl3pPr>
      <a:lvl4pPr marL="50406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4pPr>
      <a:lvl5pPr marL="648081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5pPr>
      <a:lvl6pPr marL="792099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6pPr>
      <a:lvl7pPr marL="936117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7pPr>
      <a:lvl8pPr marL="1080135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8pPr>
      <a:lvl9pPr marL="122415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9pPr>
    </p:bodyStyle>
    <p:otherStyle>
      <a:defPPr>
        <a:defRPr lang="en-US"/>
      </a:defPPr>
      <a:lvl1pPr marL="0" algn="l" defTabSz="2880360" rtl="0" eaLnBrk="1" latinLnBrk="0" hangingPunct="1">
        <a:defRPr sz="5670" kern="1200">
          <a:solidFill>
            <a:schemeClr val="tx1"/>
          </a:solidFill>
          <a:latin typeface="+mn-lt"/>
          <a:ea typeface="+mn-ea"/>
          <a:cs typeface="+mn-cs"/>
        </a:defRPr>
      </a:lvl1pPr>
      <a:lvl2pPr marL="1440180" algn="l" defTabSz="2880360" rtl="0" eaLnBrk="1" latinLnBrk="0" hangingPunct="1">
        <a:defRPr sz="5670" kern="1200">
          <a:solidFill>
            <a:schemeClr val="tx1"/>
          </a:solidFill>
          <a:latin typeface="+mn-lt"/>
          <a:ea typeface="+mn-ea"/>
          <a:cs typeface="+mn-cs"/>
        </a:defRPr>
      </a:lvl2pPr>
      <a:lvl3pPr marL="2880360" algn="l" defTabSz="2880360" rtl="0" eaLnBrk="1" latinLnBrk="0" hangingPunct="1">
        <a:defRPr sz="5670" kern="1200">
          <a:solidFill>
            <a:schemeClr val="tx1"/>
          </a:solidFill>
          <a:latin typeface="+mn-lt"/>
          <a:ea typeface="+mn-ea"/>
          <a:cs typeface="+mn-cs"/>
        </a:defRPr>
      </a:lvl3pPr>
      <a:lvl4pPr marL="4320540" algn="l" defTabSz="2880360" rtl="0" eaLnBrk="1" latinLnBrk="0" hangingPunct="1">
        <a:defRPr sz="5670" kern="1200">
          <a:solidFill>
            <a:schemeClr val="tx1"/>
          </a:solidFill>
          <a:latin typeface="+mn-lt"/>
          <a:ea typeface="+mn-ea"/>
          <a:cs typeface="+mn-cs"/>
        </a:defRPr>
      </a:lvl4pPr>
      <a:lvl5pPr marL="5760720" algn="l" defTabSz="2880360" rtl="0" eaLnBrk="1" latinLnBrk="0" hangingPunct="1">
        <a:defRPr sz="5670" kern="1200">
          <a:solidFill>
            <a:schemeClr val="tx1"/>
          </a:solidFill>
          <a:latin typeface="+mn-lt"/>
          <a:ea typeface="+mn-ea"/>
          <a:cs typeface="+mn-cs"/>
        </a:defRPr>
      </a:lvl5pPr>
      <a:lvl6pPr marL="7200900" algn="l" defTabSz="2880360" rtl="0" eaLnBrk="1" latinLnBrk="0" hangingPunct="1">
        <a:defRPr sz="5670" kern="1200">
          <a:solidFill>
            <a:schemeClr val="tx1"/>
          </a:solidFill>
          <a:latin typeface="+mn-lt"/>
          <a:ea typeface="+mn-ea"/>
          <a:cs typeface="+mn-cs"/>
        </a:defRPr>
      </a:lvl6pPr>
      <a:lvl7pPr marL="8641080" algn="l" defTabSz="2880360" rtl="0" eaLnBrk="1" latinLnBrk="0" hangingPunct="1">
        <a:defRPr sz="5670" kern="1200">
          <a:solidFill>
            <a:schemeClr val="tx1"/>
          </a:solidFill>
          <a:latin typeface="+mn-lt"/>
          <a:ea typeface="+mn-ea"/>
          <a:cs typeface="+mn-cs"/>
        </a:defRPr>
      </a:lvl7pPr>
      <a:lvl8pPr marL="10081260" algn="l" defTabSz="2880360" rtl="0" eaLnBrk="1" latinLnBrk="0" hangingPunct="1">
        <a:defRPr sz="5670" kern="1200">
          <a:solidFill>
            <a:schemeClr val="tx1"/>
          </a:solidFill>
          <a:latin typeface="+mn-lt"/>
          <a:ea typeface="+mn-ea"/>
          <a:cs typeface="+mn-cs"/>
        </a:defRPr>
      </a:lvl8pPr>
      <a:lvl9pPr marL="11521440" algn="l" defTabSz="2880360" rtl="0" eaLnBrk="1" latinLnBrk="0" hangingPunct="1">
        <a:defRPr sz="56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189">
            <a:extLst>
              <a:ext uri="{FF2B5EF4-FFF2-40B4-BE49-F238E27FC236}">
                <a16:creationId xmlns:a16="http://schemas.microsoft.com/office/drawing/2014/main" id="{51079C32-2598-22AE-8FEA-44580D8E22CE}"/>
              </a:ext>
            </a:extLst>
          </p:cNvPr>
          <p:cNvSpPr txBox="1">
            <a:spLocks noChangeArrowheads="1"/>
          </p:cNvSpPr>
          <p:nvPr/>
        </p:nvSpPr>
        <p:spPr bwMode="auto">
          <a:xfrm>
            <a:off x="510761" y="13074717"/>
            <a:ext cx="9246443" cy="7141907"/>
          </a:xfrm>
          <a:prstGeom prst="rect">
            <a:avLst/>
          </a:prstGeom>
          <a:solidFill>
            <a:schemeClr val="bg1"/>
          </a:solidFill>
          <a:ln w="57150">
            <a:solidFill>
              <a:srgbClr val="233F99"/>
            </a:solidFill>
          </a:ln>
          <a:effectLst/>
        </p:spPr>
        <p:txBody>
          <a:bodyPr wrap="square"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a:endParaRPr lang="vi-VN" sz="2300" dirty="0"/>
          </a:p>
        </p:txBody>
      </p:sp>
      <p:sp>
        <p:nvSpPr>
          <p:cNvPr id="17" name="Rectangle 16">
            <a:extLst>
              <a:ext uri="{FF2B5EF4-FFF2-40B4-BE49-F238E27FC236}">
                <a16:creationId xmlns:a16="http://schemas.microsoft.com/office/drawing/2014/main" id="{DE4BE971-7A47-3451-3EE2-CA13BA5489F4}"/>
              </a:ext>
            </a:extLst>
          </p:cNvPr>
          <p:cNvSpPr/>
          <p:nvPr/>
        </p:nvSpPr>
        <p:spPr>
          <a:xfrm>
            <a:off x="510719" y="11810930"/>
            <a:ext cx="9246443" cy="1256332"/>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4000" dirty="0">
                <a:solidFill>
                  <a:schemeClr val="bg1"/>
                </a:solidFill>
                <a:latin typeface="Arial" panose="020B0604020202020204" pitchFamily="34" charset="0"/>
                <a:cs typeface="Arial" panose="020B0604020202020204" pitchFamily="34" charset="0"/>
              </a:rPr>
              <a:t>TỔNG QUAN HỆ THỐNG</a:t>
            </a:r>
          </a:p>
        </p:txBody>
      </p:sp>
      <p:sp>
        <p:nvSpPr>
          <p:cNvPr id="18" name="Text Box 194">
            <a:extLst>
              <a:ext uri="{FF2B5EF4-FFF2-40B4-BE49-F238E27FC236}">
                <a16:creationId xmlns:a16="http://schemas.microsoft.com/office/drawing/2014/main" id="{4344EFC7-1139-FBE7-117C-D3003C17EFFF}"/>
              </a:ext>
            </a:extLst>
          </p:cNvPr>
          <p:cNvSpPr txBox="1">
            <a:spLocks noChangeArrowheads="1"/>
          </p:cNvSpPr>
          <p:nvPr/>
        </p:nvSpPr>
        <p:spPr bwMode="auto">
          <a:xfrm>
            <a:off x="507352" y="21504690"/>
            <a:ext cx="18377428" cy="19802644"/>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3000" b="1" dirty="0">
              <a:latin typeface="Calibri" pitchFamily="34" charset="0"/>
            </a:endParaRPr>
          </a:p>
        </p:txBody>
      </p:sp>
      <p:sp>
        <p:nvSpPr>
          <p:cNvPr id="20" name="Text Box 191">
            <a:extLst>
              <a:ext uri="{FF2B5EF4-FFF2-40B4-BE49-F238E27FC236}">
                <a16:creationId xmlns:a16="http://schemas.microsoft.com/office/drawing/2014/main" id="{D9710905-8CED-BDEE-1C02-E33551D97D69}"/>
              </a:ext>
            </a:extLst>
          </p:cNvPr>
          <p:cNvSpPr txBox="1">
            <a:spLocks noChangeArrowheads="1"/>
          </p:cNvSpPr>
          <p:nvPr/>
        </p:nvSpPr>
        <p:spPr bwMode="auto">
          <a:xfrm>
            <a:off x="19304021" y="32342627"/>
            <a:ext cx="9011711" cy="8856489"/>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p:txBody>
      </p:sp>
      <p:sp>
        <p:nvSpPr>
          <p:cNvPr id="21" name="Rectangle 20">
            <a:extLst>
              <a:ext uri="{FF2B5EF4-FFF2-40B4-BE49-F238E27FC236}">
                <a16:creationId xmlns:a16="http://schemas.microsoft.com/office/drawing/2014/main" id="{78E0184E-C494-F5D6-5DDB-4CEE6BD43A53}"/>
              </a:ext>
            </a:extLst>
          </p:cNvPr>
          <p:cNvSpPr/>
          <p:nvPr/>
        </p:nvSpPr>
        <p:spPr>
          <a:xfrm>
            <a:off x="10124940" y="11777840"/>
            <a:ext cx="18255152" cy="1256332"/>
          </a:xfrm>
          <a:prstGeom prst="rect">
            <a:avLst/>
          </a:prstGeom>
          <a:solidFill>
            <a:srgbClr val="233F99"/>
          </a:solidFill>
          <a:ln w="57150">
            <a:solidFill>
              <a:srgbClr val="233F99"/>
            </a:solid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4000" dirty="0"/>
              <a:t>LUỒNG DỮ LIỆU HỆ THỐNG</a:t>
            </a:r>
            <a:endParaRPr lang="en-US" sz="4000" b="1" dirty="0">
              <a:solidFill>
                <a:schemeClr val="bg1"/>
              </a:solidFill>
              <a:latin typeface="Calibri (Body)"/>
              <a:ea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FF12DCEE-1ECB-4347-1188-2F00770BC416}"/>
              </a:ext>
            </a:extLst>
          </p:cNvPr>
          <p:cNvSpPr/>
          <p:nvPr/>
        </p:nvSpPr>
        <p:spPr>
          <a:xfrm>
            <a:off x="549710" y="20453908"/>
            <a:ext cx="18335070" cy="1078624"/>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4000" dirty="0">
                <a:solidFill>
                  <a:schemeClr val="bg1"/>
                </a:solidFill>
              </a:rPr>
              <a:t>GIAO DIỆN ỨNG DỤNG</a:t>
            </a:r>
            <a:endParaRPr lang="en-US" sz="4000" dirty="0">
              <a:solidFill>
                <a:schemeClr val="bg1"/>
              </a:solidFill>
            </a:endParaRPr>
          </a:p>
        </p:txBody>
      </p:sp>
      <p:pic>
        <p:nvPicPr>
          <p:cNvPr id="39" name="Picture 38">
            <a:extLst>
              <a:ext uri="{FF2B5EF4-FFF2-40B4-BE49-F238E27FC236}">
                <a16:creationId xmlns:a16="http://schemas.microsoft.com/office/drawing/2014/main" id="{7ABF4E65-9336-CED4-40B5-828F0E50C5E5}"/>
              </a:ext>
            </a:extLst>
          </p:cNvPr>
          <p:cNvPicPr>
            <a:picLocks noChangeAspect="1"/>
          </p:cNvPicPr>
          <p:nvPr/>
        </p:nvPicPr>
        <p:blipFill>
          <a:blip r:embed="rId2"/>
          <a:stretch>
            <a:fillRect/>
          </a:stretch>
        </p:blipFill>
        <p:spPr>
          <a:xfrm>
            <a:off x="-40842" y="-193989"/>
            <a:ext cx="28844442" cy="7053575"/>
          </a:xfrm>
          <a:prstGeom prst="rect">
            <a:avLst/>
          </a:prstGeom>
        </p:spPr>
      </p:pic>
      <p:sp>
        <p:nvSpPr>
          <p:cNvPr id="40" name="TextBox 39">
            <a:extLst>
              <a:ext uri="{FF2B5EF4-FFF2-40B4-BE49-F238E27FC236}">
                <a16:creationId xmlns:a16="http://schemas.microsoft.com/office/drawing/2014/main" id="{E6C724AE-79C3-CBF7-13D9-AFB8C50186BA}"/>
              </a:ext>
            </a:extLst>
          </p:cNvPr>
          <p:cNvSpPr txBox="1"/>
          <p:nvPr/>
        </p:nvSpPr>
        <p:spPr>
          <a:xfrm>
            <a:off x="10097479" y="280631"/>
            <a:ext cx="8052141" cy="1569660"/>
          </a:xfrm>
          <a:prstGeom prst="rect">
            <a:avLst/>
          </a:prstGeom>
          <a:noFill/>
        </p:spPr>
        <p:txBody>
          <a:bodyPr wrap="none" rtlCol="0">
            <a:spAutoFit/>
          </a:bodyPr>
          <a:lstStyle/>
          <a:p>
            <a:pPr algn="ctr"/>
            <a:r>
              <a:rPr lang="en-US" sz="4800" b="1">
                <a:solidFill>
                  <a:schemeClr val="bg1"/>
                </a:solidFill>
              </a:rPr>
              <a:t>TRƯỜNG ĐẠI HỌC ĐẠI NAM</a:t>
            </a:r>
          </a:p>
          <a:p>
            <a:pPr algn="ctr"/>
            <a:r>
              <a:rPr lang="en-US" sz="4800" b="1">
                <a:solidFill>
                  <a:schemeClr val="bg1"/>
                </a:solidFill>
              </a:rPr>
              <a:t>KHOA CÔNG NGHỆ THÔNG TIN</a:t>
            </a:r>
          </a:p>
        </p:txBody>
      </p:sp>
      <p:sp>
        <p:nvSpPr>
          <p:cNvPr id="28" name="Text Box 194">
            <a:extLst>
              <a:ext uri="{FF2B5EF4-FFF2-40B4-BE49-F238E27FC236}">
                <a16:creationId xmlns:a16="http://schemas.microsoft.com/office/drawing/2014/main" id="{752CDC8F-48A3-3161-B537-D37011CB6244}"/>
              </a:ext>
            </a:extLst>
          </p:cNvPr>
          <p:cNvSpPr txBox="1">
            <a:spLocks noChangeArrowheads="1"/>
          </p:cNvSpPr>
          <p:nvPr/>
        </p:nvSpPr>
        <p:spPr bwMode="auto">
          <a:xfrm>
            <a:off x="10097479" y="13072392"/>
            <a:ext cx="18282613" cy="7134134"/>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eaLnBrk="1" hangingPunct="1"/>
            <a:endParaRPr lang="en-US" sz="3000" b="1" dirty="0">
              <a:latin typeface="Calibri" pitchFamily="34" charset="0"/>
            </a:endParaRPr>
          </a:p>
          <a:p>
            <a:pPr algn="ctr" eaLnBrk="1" hangingPunct="1"/>
            <a:endParaRPr lang="en-US" sz="3000" b="1" dirty="0">
              <a:latin typeface="Calibri" pitchFamily="34" charset="0"/>
            </a:endParaRPr>
          </a:p>
        </p:txBody>
      </p:sp>
      <p:sp>
        <p:nvSpPr>
          <p:cNvPr id="52" name="Rectangle 51">
            <a:extLst>
              <a:ext uri="{FF2B5EF4-FFF2-40B4-BE49-F238E27FC236}">
                <a16:creationId xmlns:a16="http://schemas.microsoft.com/office/drawing/2014/main" id="{99AD9322-398C-4924-A43B-F4691B8D7DB8}"/>
              </a:ext>
            </a:extLst>
          </p:cNvPr>
          <p:cNvSpPr/>
          <p:nvPr/>
        </p:nvSpPr>
        <p:spPr>
          <a:xfrm>
            <a:off x="19252516" y="20424591"/>
            <a:ext cx="9001374" cy="1078625"/>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4000" dirty="0">
                <a:solidFill>
                  <a:schemeClr val="bg1"/>
                </a:solidFill>
              </a:rPr>
              <a:t>CÔNG NGHỆ SỬ DỤNG</a:t>
            </a:r>
            <a:endParaRPr lang="en-US" sz="4000" dirty="0">
              <a:solidFill>
                <a:schemeClr val="bg1"/>
              </a:solidFill>
            </a:endParaRPr>
          </a:p>
        </p:txBody>
      </p:sp>
      <p:sp>
        <p:nvSpPr>
          <p:cNvPr id="53" name="Text Box 190">
            <a:extLst>
              <a:ext uri="{FF2B5EF4-FFF2-40B4-BE49-F238E27FC236}">
                <a16:creationId xmlns:a16="http://schemas.microsoft.com/office/drawing/2014/main" id="{13358DEA-551E-405D-A400-A25DC89481B1}"/>
              </a:ext>
            </a:extLst>
          </p:cNvPr>
          <p:cNvSpPr txBox="1">
            <a:spLocks noChangeArrowheads="1"/>
          </p:cNvSpPr>
          <p:nvPr/>
        </p:nvSpPr>
        <p:spPr bwMode="auto">
          <a:xfrm>
            <a:off x="19238785" y="21552221"/>
            <a:ext cx="9043053" cy="4355779"/>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3000" b="1" dirty="0">
              <a:latin typeface="Calibri" pitchFamily="34" charset="0"/>
            </a:endParaRPr>
          </a:p>
        </p:txBody>
      </p:sp>
      <p:sp>
        <p:nvSpPr>
          <p:cNvPr id="54" name="Text Box 194">
            <a:extLst>
              <a:ext uri="{FF2B5EF4-FFF2-40B4-BE49-F238E27FC236}">
                <a16:creationId xmlns:a16="http://schemas.microsoft.com/office/drawing/2014/main" id="{2DEC0A8A-8672-070E-1EB5-22042F0372DA}"/>
              </a:ext>
            </a:extLst>
          </p:cNvPr>
          <p:cNvSpPr txBox="1">
            <a:spLocks noChangeArrowheads="1"/>
          </p:cNvSpPr>
          <p:nvPr/>
        </p:nvSpPr>
        <p:spPr bwMode="auto">
          <a:xfrm>
            <a:off x="507352" y="42433753"/>
            <a:ext cx="27872740" cy="1908653"/>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a:lnSpc>
                <a:spcPct val="150000"/>
              </a:lnSpc>
            </a:pPr>
            <a:r>
              <a:rPr lang="vi-VN" sz="2400" dirty="0"/>
              <a:t>	Trong thời gian tới, hệ thống có thể được mở rộng theo hướng nâng cao chấm công thông minh (cải thiện nhận diện khuôn mặt, tích hợp máy chấm công), mở rộng nghiệp vụ tính lương (lương theo KPI, dự án, nhiều loại hợp đồng), tích hợp với các hệ thống bên ngoài như ngân hàng, kế toán và cổng BHXH điện tử, đồng thời phát triển báo cáo – dashboard phân tích chuyên sâu và cổng self-service cho nhân viên nhằm nâng cao trải nghiệm người dùng và hiệu quả quản trị nhân sự tổng thể.</a:t>
            </a:r>
          </a:p>
        </p:txBody>
      </p:sp>
      <p:sp>
        <p:nvSpPr>
          <p:cNvPr id="59" name="Rectangle 58">
            <a:extLst>
              <a:ext uri="{FF2B5EF4-FFF2-40B4-BE49-F238E27FC236}">
                <a16:creationId xmlns:a16="http://schemas.microsoft.com/office/drawing/2014/main" id="{A8B95B3F-AB9A-529A-22C5-3717C35CA740}"/>
              </a:ext>
            </a:extLst>
          </p:cNvPr>
          <p:cNvSpPr/>
          <p:nvPr/>
        </p:nvSpPr>
        <p:spPr>
          <a:xfrm>
            <a:off x="507352" y="41415551"/>
            <a:ext cx="27808379" cy="1010747"/>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4000" dirty="0">
                <a:solidFill>
                  <a:schemeClr val="bg1"/>
                </a:solidFill>
                <a:ea typeface="Calibri" panose="020F0502020204030204" pitchFamily="34" charset="0"/>
                <a:cs typeface="Calibri" panose="020F0502020204030204" pitchFamily="34" charset="0"/>
              </a:rPr>
              <a:t>HƯỚNG PHÁT TRIỂN</a:t>
            </a:r>
            <a:endParaRPr lang="en-US" sz="4000" dirty="0">
              <a:solidFill>
                <a:schemeClr val="bg1"/>
              </a:solidFill>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BA27ADFE-0F4E-4093-A277-37E7A25FFD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4940" y="13078569"/>
            <a:ext cx="18255152" cy="7138055"/>
          </a:xfrm>
          <a:prstGeom prst="rect">
            <a:avLst/>
          </a:prstGeom>
        </p:spPr>
      </p:pic>
      <p:pic>
        <p:nvPicPr>
          <p:cNvPr id="11" name="Picture 10">
            <a:extLst>
              <a:ext uri="{FF2B5EF4-FFF2-40B4-BE49-F238E27FC236}">
                <a16:creationId xmlns:a16="http://schemas.microsoft.com/office/drawing/2014/main" id="{BAEFE0FD-EAC8-4B2E-A96E-D021540DD381}"/>
              </a:ext>
            </a:extLst>
          </p:cNvPr>
          <p:cNvPicPr>
            <a:picLocks noChangeAspect="1"/>
          </p:cNvPicPr>
          <p:nvPr/>
        </p:nvPicPr>
        <p:blipFill rotWithShape="1">
          <a:blip r:embed="rId4"/>
          <a:srcRect l="10090" t="691" r="11250" b="16136"/>
          <a:stretch/>
        </p:blipFill>
        <p:spPr>
          <a:xfrm>
            <a:off x="549711" y="21552221"/>
            <a:ext cx="18303146" cy="9707322"/>
          </a:xfrm>
          <a:prstGeom prst="rect">
            <a:avLst/>
          </a:prstGeom>
        </p:spPr>
      </p:pic>
      <p:pic>
        <p:nvPicPr>
          <p:cNvPr id="13" name="Picture 12">
            <a:extLst>
              <a:ext uri="{FF2B5EF4-FFF2-40B4-BE49-F238E27FC236}">
                <a16:creationId xmlns:a16="http://schemas.microsoft.com/office/drawing/2014/main" id="{CA533B3F-30ED-4D52-BF3C-5332BEC78234}"/>
              </a:ext>
            </a:extLst>
          </p:cNvPr>
          <p:cNvPicPr>
            <a:picLocks noChangeAspect="1"/>
          </p:cNvPicPr>
          <p:nvPr/>
        </p:nvPicPr>
        <p:blipFill rotWithShape="1">
          <a:blip r:embed="rId5"/>
          <a:srcRect l="5211" t="6465" r="10545" b="37137"/>
          <a:stretch/>
        </p:blipFill>
        <p:spPr>
          <a:xfrm>
            <a:off x="549710" y="29247335"/>
            <a:ext cx="18303146" cy="4339320"/>
          </a:xfrm>
          <a:prstGeom prst="rect">
            <a:avLst/>
          </a:prstGeom>
        </p:spPr>
      </p:pic>
      <p:pic>
        <p:nvPicPr>
          <p:cNvPr id="14" name="Picture 13">
            <a:extLst>
              <a:ext uri="{FF2B5EF4-FFF2-40B4-BE49-F238E27FC236}">
                <a16:creationId xmlns:a16="http://schemas.microsoft.com/office/drawing/2014/main" id="{337E3844-68DD-4948-A967-44C4B00B83EE}"/>
              </a:ext>
            </a:extLst>
          </p:cNvPr>
          <p:cNvPicPr>
            <a:picLocks noChangeAspect="1"/>
          </p:cNvPicPr>
          <p:nvPr/>
        </p:nvPicPr>
        <p:blipFill rotWithShape="1">
          <a:blip r:embed="rId6"/>
          <a:srcRect l="9903" t="18991" r="16473" b="12503"/>
          <a:stretch/>
        </p:blipFill>
        <p:spPr>
          <a:xfrm>
            <a:off x="549709" y="33191668"/>
            <a:ext cx="18144162" cy="5098832"/>
          </a:xfrm>
          <a:prstGeom prst="rect">
            <a:avLst/>
          </a:prstGeom>
        </p:spPr>
      </p:pic>
      <p:pic>
        <p:nvPicPr>
          <p:cNvPr id="15" name="Picture 14">
            <a:extLst>
              <a:ext uri="{FF2B5EF4-FFF2-40B4-BE49-F238E27FC236}">
                <a16:creationId xmlns:a16="http://schemas.microsoft.com/office/drawing/2014/main" id="{D163BA67-8525-409A-AC86-269F8D02F76F}"/>
              </a:ext>
            </a:extLst>
          </p:cNvPr>
          <p:cNvPicPr>
            <a:picLocks noChangeAspect="1"/>
          </p:cNvPicPr>
          <p:nvPr/>
        </p:nvPicPr>
        <p:blipFill rotWithShape="1">
          <a:blip r:embed="rId7"/>
          <a:srcRect l="8686" t="18424" b="34939"/>
          <a:stretch/>
        </p:blipFill>
        <p:spPr>
          <a:xfrm>
            <a:off x="618753" y="38335398"/>
            <a:ext cx="18154625" cy="2486336"/>
          </a:xfrm>
          <a:prstGeom prst="rect">
            <a:avLst/>
          </a:prstGeom>
        </p:spPr>
      </p:pic>
      <p:pic>
        <p:nvPicPr>
          <p:cNvPr id="24" name="Picture 23">
            <a:extLst>
              <a:ext uri="{FF2B5EF4-FFF2-40B4-BE49-F238E27FC236}">
                <a16:creationId xmlns:a16="http://schemas.microsoft.com/office/drawing/2014/main" id="{F04EC2E9-62DF-4D31-B4AA-57E6E62E577C}"/>
              </a:ext>
            </a:extLst>
          </p:cNvPr>
          <p:cNvPicPr>
            <a:picLocks noChangeAspect="1"/>
          </p:cNvPicPr>
          <p:nvPr/>
        </p:nvPicPr>
        <p:blipFill>
          <a:blip r:embed="rId8"/>
          <a:stretch>
            <a:fillRect/>
          </a:stretch>
        </p:blipFill>
        <p:spPr>
          <a:xfrm>
            <a:off x="618753" y="13090404"/>
            <a:ext cx="9145037" cy="7116122"/>
          </a:xfrm>
          <a:prstGeom prst="rect">
            <a:avLst/>
          </a:prstGeom>
        </p:spPr>
      </p:pic>
      <p:sp>
        <p:nvSpPr>
          <p:cNvPr id="25" name="Rectangle: Rounded Corners 24">
            <a:extLst>
              <a:ext uri="{FF2B5EF4-FFF2-40B4-BE49-F238E27FC236}">
                <a16:creationId xmlns:a16="http://schemas.microsoft.com/office/drawing/2014/main" id="{6D06769D-4872-419C-A72B-0EEE45DE4929}"/>
              </a:ext>
            </a:extLst>
          </p:cNvPr>
          <p:cNvSpPr/>
          <p:nvPr/>
        </p:nvSpPr>
        <p:spPr>
          <a:xfrm>
            <a:off x="20134725" y="32828436"/>
            <a:ext cx="7487899" cy="26381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4000" dirty="0">
                <a:latin typeface="Arial" panose="020B0604020202020204" pitchFamily="34" charset="0"/>
                <a:cs typeface="Arial" panose="020B0604020202020204" pitchFamily="34" charset="0"/>
              </a:rPr>
              <a:t>Lương</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thực</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lĩnh</a:t>
            </a:r>
            <a:endParaRPr lang="vi-VN" sz="4000" dirty="0">
              <a:latin typeface="Arial" panose="020B0604020202020204" pitchFamily="34" charset="0"/>
              <a:cs typeface="Arial" panose="020B0604020202020204" pitchFamily="34" charset="0"/>
            </a:endParaRPr>
          </a:p>
        </p:txBody>
      </p:sp>
      <p:sp>
        <p:nvSpPr>
          <p:cNvPr id="37" name="Rectangle: Rounded Corners 36">
            <a:extLst>
              <a:ext uri="{FF2B5EF4-FFF2-40B4-BE49-F238E27FC236}">
                <a16:creationId xmlns:a16="http://schemas.microsoft.com/office/drawing/2014/main" id="{593F09E2-1355-4132-9CA1-880E3CF24803}"/>
              </a:ext>
            </a:extLst>
          </p:cNvPr>
          <p:cNvSpPr/>
          <p:nvPr/>
        </p:nvSpPr>
        <p:spPr>
          <a:xfrm>
            <a:off x="19872960" y="37081382"/>
            <a:ext cx="8085276" cy="358301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vi-VN" sz="10000" dirty="0">
                <a:latin typeface="Barlow Condensed Black" panose="00000A06000000000000" pitchFamily="2" charset="-93"/>
              </a:rPr>
              <a:t>--</a:t>
            </a:r>
          </a:p>
        </p:txBody>
      </p:sp>
      <p:sp>
        <p:nvSpPr>
          <p:cNvPr id="64" name="Rectangle: Rounded Corners 63">
            <a:extLst>
              <a:ext uri="{FF2B5EF4-FFF2-40B4-BE49-F238E27FC236}">
                <a16:creationId xmlns:a16="http://schemas.microsoft.com/office/drawing/2014/main" id="{E95E173C-AFAE-41C4-9143-7DB1DC1595BD}"/>
              </a:ext>
            </a:extLst>
          </p:cNvPr>
          <p:cNvSpPr/>
          <p:nvPr/>
        </p:nvSpPr>
        <p:spPr>
          <a:xfrm>
            <a:off x="20134725" y="37461471"/>
            <a:ext cx="2987040" cy="26381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Thu </a:t>
            </a:r>
            <a:r>
              <a:rPr lang="en-US" sz="4000" dirty="0" err="1"/>
              <a:t>nhập</a:t>
            </a:r>
            <a:endParaRPr lang="vi-VN" sz="4000" dirty="0"/>
          </a:p>
        </p:txBody>
      </p:sp>
      <p:sp>
        <p:nvSpPr>
          <p:cNvPr id="65" name="Rectangle: Rounded Corners 64">
            <a:extLst>
              <a:ext uri="{FF2B5EF4-FFF2-40B4-BE49-F238E27FC236}">
                <a16:creationId xmlns:a16="http://schemas.microsoft.com/office/drawing/2014/main" id="{4108C4B1-45A6-4FF2-BECC-8F9762074A17}"/>
              </a:ext>
            </a:extLst>
          </p:cNvPr>
          <p:cNvSpPr/>
          <p:nvPr/>
        </p:nvSpPr>
        <p:spPr>
          <a:xfrm>
            <a:off x="24600309" y="37475379"/>
            <a:ext cx="2987040" cy="26381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t>Khấu</a:t>
            </a:r>
            <a:r>
              <a:rPr lang="en-US" sz="4000" dirty="0"/>
              <a:t> </a:t>
            </a:r>
            <a:r>
              <a:rPr lang="en-US" sz="4000" dirty="0" err="1"/>
              <a:t>trừ</a:t>
            </a:r>
            <a:endParaRPr lang="vi-VN" sz="4000" dirty="0"/>
          </a:p>
        </p:txBody>
      </p:sp>
      <p:pic>
        <p:nvPicPr>
          <p:cNvPr id="26" name="Picture 25">
            <a:extLst>
              <a:ext uri="{FF2B5EF4-FFF2-40B4-BE49-F238E27FC236}">
                <a16:creationId xmlns:a16="http://schemas.microsoft.com/office/drawing/2014/main" id="{2958BE4D-BC16-4E19-8F55-24C064F7BC91}"/>
              </a:ext>
            </a:extLst>
          </p:cNvPr>
          <p:cNvPicPr>
            <a:picLocks noChangeAspect="1"/>
          </p:cNvPicPr>
          <p:nvPr/>
        </p:nvPicPr>
        <p:blipFill>
          <a:blip r:embed="rId9"/>
          <a:stretch>
            <a:fillRect/>
          </a:stretch>
        </p:blipFill>
        <p:spPr>
          <a:xfrm rot="5400000">
            <a:off x="23213291" y="35824050"/>
            <a:ext cx="1467633" cy="1047031"/>
          </a:xfrm>
          <a:prstGeom prst="rect">
            <a:avLst/>
          </a:prstGeom>
        </p:spPr>
      </p:pic>
      <p:pic>
        <p:nvPicPr>
          <p:cNvPr id="2" name="Picture 1">
            <a:extLst>
              <a:ext uri="{FF2B5EF4-FFF2-40B4-BE49-F238E27FC236}">
                <a16:creationId xmlns:a16="http://schemas.microsoft.com/office/drawing/2014/main" id="{97C7EEA0-9729-4CAE-91BA-0DA4C0E5DFAB}"/>
              </a:ext>
            </a:extLst>
          </p:cNvPr>
          <p:cNvPicPr>
            <a:picLocks noChangeAspect="1"/>
          </p:cNvPicPr>
          <p:nvPr/>
        </p:nvPicPr>
        <p:blipFill>
          <a:blip r:embed="rId10"/>
          <a:stretch>
            <a:fillRect/>
          </a:stretch>
        </p:blipFill>
        <p:spPr>
          <a:xfrm>
            <a:off x="19764867" y="21924446"/>
            <a:ext cx="8301461" cy="3611328"/>
          </a:xfrm>
          <a:prstGeom prst="rect">
            <a:avLst/>
          </a:prstGeom>
        </p:spPr>
      </p:pic>
      <p:sp>
        <p:nvSpPr>
          <p:cNvPr id="4" name="Title 1">
            <a:extLst>
              <a:ext uri="{FF2B5EF4-FFF2-40B4-BE49-F238E27FC236}">
                <a16:creationId xmlns:a16="http://schemas.microsoft.com/office/drawing/2014/main" id="{027A80C0-9E48-E751-EF5B-E2BDFB6CF490}"/>
              </a:ext>
            </a:extLst>
          </p:cNvPr>
          <p:cNvSpPr txBox="1">
            <a:spLocks/>
          </p:cNvSpPr>
          <p:nvPr/>
        </p:nvSpPr>
        <p:spPr>
          <a:xfrm>
            <a:off x="2520757" y="6212740"/>
            <a:ext cx="23977904" cy="3052216"/>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en-US" sz="5000" b="1" dirty="0">
                <a:solidFill>
                  <a:schemeClr val="accent2"/>
                </a:solidFill>
                <a:latin typeface="Arial Hebrew Scholar" pitchFamily="2" charset="-79"/>
                <a:cs typeface="Arial Hebrew Scholar" pitchFamily="2" charset="-79"/>
              </a:rPr>
              <a:t>ERP: </a:t>
            </a:r>
            <a:r>
              <a:rPr lang="vi-VN" sz="5000" b="1" dirty="0">
                <a:solidFill>
                  <a:schemeClr val="accent2"/>
                </a:solidFill>
                <a:latin typeface="Arial Hebrew Scholar" pitchFamily="2" charset="-79"/>
                <a:cs typeface="Arial Hebrew Scholar" pitchFamily="2" charset="-79"/>
              </a:rPr>
              <a:t>HỆ THỐNG QUẢN LÝ NHÂN SỰ, CHẤM </a:t>
            </a:r>
            <a:r>
              <a:rPr lang="vi-VN" sz="5500" b="1" dirty="0">
                <a:solidFill>
                  <a:schemeClr val="accent2"/>
                </a:solidFill>
                <a:latin typeface="Arial Hebrew Scholar" pitchFamily="2" charset="-79"/>
                <a:cs typeface="Arial Hebrew Scholar" pitchFamily="2" charset="-79"/>
              </a:rPr>
              <a:t>CÔNG</a:t>
            </a:r>
            <a:r>
              <a:rPr lang="vi-VN" sz="5000" b="1" dirty="0">
                <a:solidFill>
                  <a:schemeClr val="accent2"/>
                </a:solidFill>
                <a:latin typeface="Arial Hebrew Scholar" pitchFamily="2" charset="-79"/>
                <a:cs typeface="Arial Hebrew Scholar" pitchFamily="2" charset="-79"/>
              </a:rPr>
              <a:t> VÀ TÍNH LƯƠNG</a:t>
            </a:r>
            <a:endParaRPr lang="en-US" sz="5000" b="1" dirty="0">
              <a:solidFill>
                <a:schemeClr val="accent2"/>
              </a:solidFill>
              <a:latin typeface="Arial Hebrew Scholar" pitchFamily="2" charset="-79"/>
              <a:cs typeface="Arial Hebrew Scholar" pitchFamily="2" charset="-79"/>
            </a:endParaRPr>
          </a:p>
        </p:txBody>
      </p:sp>
      <p:pic>
        <p:nvPicPr>
          <p:cNvPr id="8" name="Picture 7">
            <a:extLst>
              <a:ext uri="{FF2B5EF4-FFF2-40B4-BE49-F238E27FC236}">
                <a16:creationId xmlns:a16="http://schemas.microsoft.com/office/drawing/2014/main" id="{05E66B6E-3342-D7F5-2BD0-E8DCE5EDFD6E}"/>
              </a:ext>
            </a:extLst>
          </p:cNvPr>
          <p:cNvPicPr>
            <a:picLocks noChangeAspect="1"/>
          </p:cNvPicPr>
          <p:nvPr/>
        </p:nvPicPr>
        <p:blipFill>
          <a:blip r:embed="rId11"/>
          <a:stretch>
            <a:fillRect/>
          </a:stretch>
        </p:blipFill>
        <p:spPr>
          <a:xfrm>
            <a:off x="11206811" y="8842901"/>
            <a:ext cx="6349136" cy="2896719"/>
          </a:xfrm>
          <a:prstGeom prst="rect">
            <a:avLst/>
          </a:prstGeom>
        </p:spPr>
      </p:pic>
      <p:sp>
        <p:nvSpPr>
          <p:cNvPr id="7" name="Rectangle 6">
            <a:extLst>
              <a:ext uri="{FF2B5EF4-FFF2-40B4-BE49-F238E27FC236}">
                <a16:creationId xmlns:a16="http://schemas.microsoft.com/office/drawing/2014/main" id="{C5866BCA-6519-4A04-49D6-16F03CF06786}"/>
              </a:ext>
            </a:extLst>
          </p:cNvPr>
          <p:cNvSpPr/>
          <p:nvPr/>
        </p:nvSpPr>
        <p:spPr>
          <a:xfrm>
            <a:off x="4881615" y="7612324"/>
            <a:ext cx="19256188" cy="19685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4000" b="1" dirty="0" err="1">
                <a:solidFill>
                  <a:schemeClr val="tx1"/>
                </a:solidFill>
                <a:latin typeface="Cali'bri Light"/>
                <a:ea typeface="Arial Unicode Bold"/>
                <a:cs typeface="Arial" panose="020B0604020202020204" pitchFamily="34" charset="0"/>
                <a:sym typeface="Arial Unicode Bold"/>
              </a:rPr>
              <a:t>ThS</a:t>
            </a:r>
            <a:r>
              <a:rPr lang="en-US" sz="4000" b="1" dirty="0">
                <a:solidFill>
                  <a:schemeClr val="tx1"/>
                </a:solidFill>
                <a:latin typeface="Cali'bri Light"/>
                <a:ea typeface="Arial Unicode Bold"/>
                <a:cs typeface="Arial" panose="020B0604020202020204" pitchFamily="34" charset="0"/>
                <a:sym typeface="Arial Unicode Bold"/>
              </a:rPr>
              <a:t>. Lê Tuấn Anh &amp; </a:t>
            </a:r>
            <a:r>
              <a:rPr lang="en-US" sz="4000" b="1" dirty="0" err="1">
                <a:solidFill>
                  <a:schemeClr val="tx1"/>
                </a:solidFill>
                <a:latin typeface="Cali'bri Light"/>
                <a:ea typeface="Arial Unicode Bold"/>
                <a:cs typeface="Arial" panose="020B0604020202020204" pitchFamily="34" charset="0"/>
                <a:sym typeface="Arial Unicode Bold"/>
              </a:rPr>
              <a:t>ThS</a:t>
            </a:r>
            <a:r>
              <a:rPr lang="en-US" sz="4000" b="1" dirty="0">
                <a:solidFill>
                  <a:schemeClr val="tx1"/>
                </a:solidFill>
                <a:latin typeface="Cali'bri Light"/>
                <a:ea typeface="Arial Unicode Bold"/>
                <a:cs typeface="Arial" panose="020B0604020202020204" pitchFamily="34" charset="0"/>
                <a:sym typeface="Arial Unicode Bold"/>
              </a:rPr>
              <a:t>. </a:t>
            </a:r>
            <a:r>
              <a:rPr lang="vi-VN" sz="4000" b="1" dirty="0">
                <a:solidFill>
                  <a:schemeClr val="tx1"/>
                </a:solidFill>
                <a:latin typeface="Cali'bri Light"/>
                <a:ea typeface="Arial Unicode Bold"/>
                <a:cs typeface="Arial" panose="020B0604020202020204" pitchFamily="34" charset="0"/>
                <a:sym typeface="Arial Unicode Bold"/>
              </a:rPr>
              <a:t>Nguyễn Thế Huy Hoàng</a:t>
            </a:r>
            <a:endParaRPr lang="en-US" sz="4000" b="1" i="1" dirty="0">
              <a:solidFill>
                <a:schemeClr val="tx1"/>
              </a:solidFill>
              <a:latin typeface="Cali'bri Light"/>
              <a:cs typeface="Arial" panose="020B0604020202020204" pitchFamily="34" charset="0"/>
            </a:endParaRPr>
          </a:p>
        </p:txBody>
      </p:sp>
      <p:sp>
        <p:nvSpPr>
          <p:cNvPr id="9" name="Rectangle 8">
            <a:extLst>
              <a:ext uri="{FF2B5EF4-FFF2-40B4-BE49-F238E27FC236}">
                <a16:creationId xmlns:a16="http://schemas.microsoft.com/office/drawing/2014/main" id="{E87A2BE3-C183-1F3D-76F8-FEDC39810B43}"/>
              </a:ext>
            </a:extLst>
          </p:cNvPr>
          <p:cNvSpPr/>
          <p:nvPr/>
        </p:nvSpPr>
        <p:spPr>
          <a:xfrm>
            <a:off x="19238785" y="25819794"/>
            <a:ext cx="9048998" cy="1078625"/>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lvl="0" algn="ctr" defTabSz="685800">
              <a:defRPr/>
            </a:pPr>
            <a:r>
              <a:rPr lang="en-US" sz="4000" dirty="0">
                <a:solidFill>
                  <a:schemeClr val="bg1"/>
                </a:solidFill>
                <a:latin typeface="Arial" panose="020B0604020202020204" pitchFamily="34" charset="0"/>
                <a:cs typeface="Arial" panose="020B0604020202020204" pitchFamily="34" charset="0"/>
              </a:rPr>
              <a:t>PLATFORM</a:t>
            </a:r>
          </a:p>
        </p:txBody>
      </p:sp>
      <p:sp>
        <p:nvSpPr>
          <p:cNvPr id="10" name="Text Box 190">
            <a:extLst>
              <a:ext uri="{FF2B5EF4-FFF2-40B4-BE49-F238E27FC236}">
                <a16:creationId xmlns:a16="http://schemas.microsoft.com/office/drawing/2014/main" id="{34AAFA0C-2064-1E36-60DB-0481E85F2BC5}"/>
              </a:ext>
            </a:extLst>
          </p:cNvPr>
          <p:cNvSpPr txBox="1">
            <a:spLocks noChangeArrowheads="1"/>
          </p:cNvSpPr>
          <p:nvPr/>
        </p:nvSpPr>
        <p:spPr bwMode="auto">
          <a:xfrm>
            <a:off x="19272678" y="26947424"/>
            <a:ext cx="9043053" cy="4355779"/>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3000" b="1" dirty="0">
              <a:latin typeface="Calibri" pitchFamily="34" charset="0"/>
            </a:endParaRPr>
          </a:p>
        </p:txBody>
      </p:sp>
      <p:sp>
        <p:nvSpPr>
          <p:cNvPr id="19" name="Rectangle 18">
            <a:extLst>
              <a:ext uri="{FF2B5EF4-FFF2-40B4-BE49-F238E27FC236}">
                <a16:creationId xmlns:a16="http://schemas.microsoft.com/office/drawing/2014/main" id="{1640A9FB-E213-CCEB-F04F-83DD2303D1D8}"/>
              </a:ext>
            </a:extLst>
          </p:cNvPr>
          <p:cNvSpPr/>
          <p:nvPr/>
        </p:nvSpPr>
        <p:spPr>
          <a:xfrm>
            <a:off x="19304020" y="31394550"/>
            <a:ext cx="9011711" cy="1107040"/>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4000" dirty="0">
                <a:solidFill>
                  <a:schemeClr val="bg1"/>
                </a:solidFill>
              </a:rPr>
              <a:t>CÔNG THỨC TÍNH LƯƠNG</a:t>
            </a:r>
            <a:endParaRPr lang="en-US" sz="4000" dirty="0">
              <a:solidFill>
                <a:schemeClr val="bg1"/>
              </a:solidFill>
            </a:endParaRPr>
          </a:p>
        </p:txBody>
      </p:sp>
      <p:grpSp>
        <p:nvGrpSpPr>
          <p:cNvPr id="45" name="Group 44">
            <a:extLst>
              <a:ext uri="{FF2B5EF4-FFF2-40B4-BE49-F238E27FC236}">
                <a16:creationId xmlns:a16="http://schemas.microsoft.com/office/drawing/2014/main" id="{95369F09-4373-015C-85BE-E47B1FC90965}"/>
              </a:ext>
            </a:extLst>
          </p:cNvPr>
          <p:cNvGrpSpPr/>
          <p:nvPr/>
        </p:nvGrpSpPr>
        <p:grpSpPr>
          <a:xfrm>
            <a:off x="22762571" y="27676794"/>
            <a:ext cx="2369071" cy="2799842"/>
            <a:chOff x="5729861" y="6934721"/>
            <a:chExt cx="754203" cy="859501"/>
          </a:xfrm>
        </p:grpSpPr>
        <p:pic>
          <p:nvPicPr>
            <p:cNvPr id="48" name="Picture 47">
              <a:extLst>
                <a:ext uri="{FF2B5EF4-FFF2-40B4-BE49-F238E27FC236}">
                  <a16:creationId xmlns:a16="http://schemas.microsoft.com/office/drawing/2014/main" id="{2C465DFB-FE99-B2DD-C9B0-8A17485D2DEF}"/>
                </a:ext>
              </a:extLst>
            </p:cNvPr>
            <p:cNvPicPr>
              <a:picLocks noChangeAspect="1"/>
            </p:cNvPicPr>
            <p:nvPr/>
          </p:nvPicPr>
          <p:blipFill>
            <a:blip r:embed="rId12"/>
            <a:stretch>
              <a:fillRect/>
            </a:stretch>
          </p:blipFill>
          <p:spPr>
            <a:xfrm>
              <a:off x="5729861" y="6934721"/>
              <a:ext cx="658860" cy="648000"/>
            </a:xfrm>
            <a:prstGeom prst="rect">
              <a:avLst/>
            </a:prstGeom>
          </p:spPr>
        </p:pic>
        <p:grpSp>
          <p:nvGrpSpPr>
            <p:cNvPr id="49" name="Group 48">
              <a:extLst>
                <a:ext uri="{FF2B5EF4-FFF2-40B4-BE49-F238E27FC236}">
                  <a16:creationId xmlns:a16="http://schemas.microsoft.com/office/drawing/2014/main" id="{541C3E92-18F6-7362-D776-5BECE30D96EB}"/>
                </a:ext>
              </a:extLst>
            </p:cNvPr>
            <p:cNvGrpSpPr/>
            <p:nvPr/>
          </p:nvGrpSpPr>
          <p:grpSpPr>
            <a:xfrm>
              <a:off x="5771688" y="7629649"/>
              <a:ext cx="712376" cy="164573"/>
              <a:chOff x="6071533" y="2197843"/>
              <a:chExt cx="712376" cy="166522"/>
            </a:xfrm>
          </p:grpSpPr>
          <p:sp>
            <p:nvSpPr>
              <p:cNvPr id="50" name="TextBox 49">
                <a:extLst>
                  <a:ext uri="{FF2B5EF4-FFF2-40B4-BE49-F238E27FC236}">
                    <a16:creationId xmlns:a16="http://schemas.microsoft.com/office/drawing/2014/main" id="{158CA84F-DC73-6770-6206-F9A37B84AC9D}"/>
                  </a:ext>
                </a:extLst>
              </p:cNvPr>
              <p:cNvSpPr txBox="1"/>
              <p:nvPr/>
            </p:nvSpPr>
            <p:spPr>
              <a:xfrm>
                <a:off x="6134700" y="2200965"/>
                <a:ext cx="649209" cy="124281"/>
              </a:xfrm>
              <a:prstGeom prst="rect">
                <a:avLst/>
              </a:prstGeom>
              <a:noFill/>
            </p:spPr>
            <p:txBody>
              <a:bodyPr wrap="square">
                <a:spAutoFit/>
              </a:bodyPr>
              <a:lstStyle/>
              <a:p>
                <a:pPr algn="ctr"/>
                <a:r>
                  <a:rPr lang="en-US" sz="2000" b="1" dirty="0" err="1">
                    <a:latin typeface="Arial Hebrew Scholar" pitchFamily="2" charset="-79"/>
                    <a:cs typeface="Arial Hebrew Scholar" pitchFamily="2" charset="-79"/>
                  </a:rPr>
                  <a:t>Github</a:t>
                </a:r>
                <a:endParaRPr lang="en-US" sz="2000" b="1" dirty="0">
                  <a:latin typeface="Arial Hebrew Scholar" pitchFamily="2" charset="-79"/>
                  <a:cs typeface="Arial Hebrew Scholar" pitchFamily="2" charset="-79"/>
                </a:endParaRPr>
              </a:p>
            </p:txBody>
          </p:sp>
          <p:pic>
            <p:nvPicPr>
              <p:cNvPr id="51" name="Picture 4" descr="Github Logo - Free social media icons">
                <a:extLst>
                  <a:ext uri="{FF2B5EF4-FFF2-40B4-BE49-F238E27FC236}">
                    <a16:creationId xmlns:a16="http://schemas.microsoft.com/office/drawing/2014/main" id="{3FA7FBF3-46AC-682D-F179-7D9C50580C7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56" name="Picture 55">
            <a:extLst>
              <a:ext uri="{FF2B5EF4-FFF2-40B4-BE49-F238E27FC236}">
                <a16:creationId xmlns:a16="http://schemas.microsoft.com/office/drawing/2014/main" id="{9883B9B5-C64B-F740-1300-2AED5102A9C8}"/>
              </a:ext>
            </a:extLst>
          </p:cNvPr>
          <p:cNvPicPr>
            <a:picLocks noChangeAspect="1"/>
          </p:cNvPicPr>
          <p:nvPr/>
        </p:nvPicPr>
        <p:blipFill>
          <a:blip r:embed="rId14"/>
          <a:stretch>
            <a:fillRect/>
          </a:stretch>
        </p:blipFill>
        <p:spPr>
          <a:xfrm>
            <a:off x="22735706" y="27522774"/>
            <a:ext cx="2359781" cy="2299274"/>
          </a:xfrm>
          <a:prstGeom prst="rect">
            <a:avLst/>
          </a:prstGeom>
        </p:spPr>
      </p:pic>
      <p:grpSp>
        <p:nvGrpSpPr>
          <p:cNvPr id="63" name="Group 62">
            <a:extLst>
              <a:ext uri="{FF2B5EF4-FFF2-40B4-BE49-F238E27FC236}">
                <a16:creationId xmlns:a16="http://schemas.microsoft.com/office/drawing/2014/main" id="{ED6F28DB-6A19-A69C-2B75-FDD8C3654145}"/>
              </a:ext>
            </a:extLst>
          </p:cNvPr>
          <p:cNvGrpSpPr/>
          <p:nvPr/>
        </p:nvGrpSpPr>
        <p:grpSpPr>
          <a:xfrm>
            <a:off x="25408378" y="8470673"/>
            <a:ext cx="2277631" cy="2951202"/>
            <a:chOff x="5729861" y="6934721"/>
            <a:chExt cx="725093" cy="905966"/>
          </a:xfrm>
        </p:grpSpPr>
        <p:pic>
          <p:nvPicPr>
            <p:cNvPr id="66" name="Picture 65">
              <a:extLst>
                <a:ext uri="{FF2B5EF4-FFF2-40B4-BE49-F238E27FC236}">
                  <a16:creationId xmlns:a16="http://schemas.microsoft.com/office/drawing/2014/main" id="{FC23A479-2C94-6DFA-AA24-14AE48FD69BB}"/>
                </a:ext>
              </a:extLst>
            </p:cNvPr>
            <p:cNvPicPr>
              <a:picLocks noChangeAspect="1"/>
            </p:cNvPicPr>
            <p:nvPr/>
          </p:nvPicPr>
          <p:blipFill>
            <a:blip r:embed="rId12"/>
            <a:stretch>
              <a:fillRect/>
            </a:stretch>
          </p:blipFill>
          <p:spPr>
            <a:xfrm>
              <a:off x="5729861" y="6934721"/>
              <a:ext cx="658860" cy="648000"/>
            </a:xfrm>
            <a:prstGeom prst="rect">
              <a:avLst/>
            </a:prstGeom>
          </p:spPr>
        </p:pic>
        <p:grpSp>
          <p:nvGrpSpPr>
            <p:cNvPr id="67" name="Group 66">
              <a:extLst>
                <a:ext uri="{FF2B5EF4-FFF2-40B4-BE49-F238E27FC236}">
                  <a16:creationId xmlns:a16="http://schemas.microsoft.com/office/drawing/2014/main" id="{28792508-5FFC-5791-582B-557C9D853248}"/>
                </a:ext>
              </a:extLst>
            </p:cNvPr>
            <p:cNvGrpSpPr/>
            <p:nvPr/>
          </p:nvGrpSpPr>
          <p:grpSpPr>
            <a:xfrm>
              <a:off x="5771688" y="7623378"/>
              <a:ext cx="683266" cy="217309"/>
              <a:chOff x="6071533" y="2191502"/>
              <a:chExt cx="683266" cy="219883"/>
            </a:xfrm>
          </p:grpSpPr>
          <p:sp>
            <p:nvSpPr>
              <p:cNvPr id="68" name="TextBox 67">
                <a:extLst>
                  <a:ext uri="{FF2B5EF4-FFF2-40B4-BE49-F238E27FC236}">
                    <a16:creationId xmlns:a16="http://schemas.microsoft.com/office/drawing/2014/main" id="{2E9EC14A-5280-187C-C7FA-76D251604E15}"/>
                  </a:ext>
                </a:extLst>
              </p:cNvPr>
              <p:cNvSpPr txBox="1"/>
              <p:nvPr/>
            </p:nvSpPr>
            <p:spPr>
              <a:xfrm>
                <a:off x="6105590" y="2191502"/>
                <a:ext cx="649209" cy="219883"/>
              </a:xfrm>
              <a:prstGeom prst="rect">
                <a:avLst/>
              </a:prstGeom>
              <a:noFill/>
            </p:spPr>
            <p:txBody>
              <a:bodyPr wrap="square">
                <a:spAutoFit/>
              </a:bodyPr>
              <a:lstStyle/>
              <a:p>
                <a:pPr algn="ctr"/>
                <a:r>
                  <a:rPr lang="en-US" sz="2000" b="1" dirty="0" err="1">
                    <a:latin typeface="Arial Hebrew Scholar" pitchFamily="2" charset="-79"/>
                    <a:cs typeface="Arial Hebrew Scholar" pitchFamily="2" charset="-79"/>
                  </a:rPr>
                  <a:t>Github</a:t>
                </a:r>
                <a:r>
                  <a:rPr lang="en-US" sz="2000" b="1" dirty="0">
                    <a:latin typeface="Arial Hebrew Scholar" pitchFamily="2" charset="-79"/>
                    <a:cs typeface="Arial Hebrew Scholar" pitchFamily="2" charset="-79"/>
                  </a:rPr>
                  <a:t> Platform</a:t>
                </a:r>
              </a:p>
            </p:txBody>
          </p:sp>
          <p:pic>
            <p:nvPicPr>
              <p:cNvPr id="69" name="Picture 4" descr="Github Logo - Free social media icons">
                <a:extLst>
                  <a:ext uri="{FF2B5EF4-FFF2-40B4-BE49-F238E27FC236}">
                    <a16:creationId xmlns:a16="http://schemas.microsoft.com/office/drawing/2014/main" id="{8A74E2DC-41C2-7768-9F1D-B2C534578A3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57" name="Hình ảnh 2" descr="Ảnh có chứa mẫu, hình vuông, điểm ảnh, thiết kế&#10;&#10;Nội dung do AI tạo ra có thể không chính xác.">
            <a:extLst>
              <a:ext uri="{FF2B5EF4-FFF2-40B4-BE49-F238E27FC236}">
                <a16:creationId xmlns:a16="http://schemas.microsoft.com/office/drawing/2014/main" id="{9222B9AF-8A59-8D84-53BF-2B4E9BE61D0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408378" y="8391108"/>
            <a:ext cx="2180565" cy="2180565"/>
          </a:xfrm>
          <a:prstGeom prst="rect">
            <a:avLst/>
          </a:prstGeom>
        </p:spPr>
      </p:pic>
      <p:grpSp>
        <p:nvGrpSpPr>
          <p:cNvPr id="70" name="Group 69">
            <a:extLst>
              <a:ext uri="{FF2B5EF4-FFF2-40B4-BE49-F238E27FC236}">
                <a16:creationId xmlns:a16="http://schemas.microsoft.com/office/drawing/2014/main" id="{591239E1-546D-CFDB-F787-3421FEC95AF9}"/>
              </a:ext>
            </a:extLst>
          </p:cNvPr>
          <p:cNvGrpSpPr/>
          <p:nvPr/>
        </p:nvGrpSpPr>
        <p:grpSpPr>
          <a:xfrm>
            <a:off x="1134874" y="8419837"/>
            <a:ext cx="2277631" cy="2951186"/>
            <a:chOff x="5729861" y="6934721"/>
            <a:chExt cx="725093" cy="905961"/>
          </a:xfrm>
        </p:grpSpPr>
        <p:pic>
          <p:nvPicPr>
            <p:cNvPr id="71" name="Picture 70">
              <a:extLst>
                <a:ext uri="{FF2B5EF4-FFF2-40B4-BE49-F238E27FC236}">
                  <a16:creationId xmlns:a16="http://schemas.microsoft.com/office/drawing/2014/main" id="{C885D17E-6999-D149-6D09-1FB932990676}"/>
                </a:ext>
              </a:extLst>
            </p:cNvPr>
            <p:cNvPicPr>
              <a:picLocks noChangeAspect="1"/>
            </p:cNvPicPr>
            <p:nvPr/>
          </p:nvPicPr>
          <p:blipFill>
            <a:blip r:embed="rId12"/>
            <a:stretch>
              <a:fillRect/>
            </a:stretch>
          </p:blipFill>
          <p:spPr>
            <a:xfrm>
              <a:off x="5729861" y="6934721"/>
              <a:ext cx="658860" cy="648000"/>
            </a:xfrm>
            <a:prstGeom prst="rect">
              <a:avLst/>
            </a:prstGeom>
          </p:spPr>
        </p:pic>
        <p:grpSp>
          <p:nvGrpSpPr>
            <p:cNvPr id="72" name="Group 71">
              <a:extLst>
                <a:ext uri="{FF2B5EF4-FFF2-40B4-BE49-F238E27FC236}">
                  <a16:creationId xmlns:a16="http://schemas.microsoft.com/office/drawing/2014/main" id="{B0F4547E-8E48-AF35-29F3-D8200318F2A2}"/>
                </a:ext>
              </a:extLst>
            </p:cNvPr>
            <p:cNvGrpSpPr/>
            <p:nvPr/>
          </p:nvGrpSpPr>
          <p:grpSpPr>
            <a:xfrm>
              <a:off x="5771688" y="7623373"/>
              <a:ext cx="683266" cy="217309"/>
              <a:chOff x="6071533" y="2191497"/>
              <a:chExt cx="683266" cy="219883"/>
            </a:xfrm>
          </p:grpSpPr>
          <p:sp>
            <p:nvSpPr>
              <p:cNvPr id="73" name="TextBox 72">
                <a:extLst>
                  <a:ext uri="{FF2B5EF4-FFF2-40B4-BE49-F238E27FC236}">
                    <a16:creationId xmlns:a16="http://schemas.microsoft.com/office/drawing/2014/main" id="{C7D50E29-FFC9-29E9-4FA4-E3E344A19E79}"/>
                  </a:ext>
                </a:extLst>
              </p:cNvPr>
              <p:cNvSpPr txBox="1"/>
              <p:nvPr/>
            </p:nvSpPr>
            <p:spPr>
              <a:xfrm>
                <a:off x="6105590" y="2191497"/>
                <a:ext cx="649209" cy="219883"/>
              </a:xfrm>
              <a:prstGeom prst="rect">
                <a:avLst/>
              </a:prstGeom>
              <a:noFill/>
            </p:spPr>
            <p:txBody>
              <a:bodyPr wrap="square">
                <a:spAutoFit/>
              </a:bodyPr>
              <a:lstStyle/>
              <a:p>
                <a:pPr algn="ctr"/>
                <a:r>
                  <a:rPr lang="en-US" sz="2000" b="1" dirty="0" err="1">
                    <a:latin typeface="Arial Hebrew Scholar" pitchFamily="2" charset="-79"/>
                    <a:cs typeface="Arial Hebrew Scholar" pitchFamily="2" charset="-79"/>
                  </a:rPr>
                  <a:t>Github</a:t>
                </a:r>
                <a:br>
                  <a:rPr lang="en-US" sz="2000" b="1" dirty="0">
                    <a:latin typeface="Arial Hebrew Scholar" pitchFamily="2" charset="-79"/>
                    <a:cs typeface="Arial Hebrew Scholar" pitchFamily="2" charset="-79"/>
                  </a:rPr>
                </a:br>
                <a:r>
                  <a:rPr lang="en-US" sz="2000" b="1" dirty="0">
                    <a:latin typeface="Arial Hebrew Scholar" pitchFamily="2" charset="-79"/>
                    <a:cs typeface="Arial Hebrew Scholar" pitchFamily="2" charset="-79"/>
                  </a:rPr>
                  <a:t> FIT-DNU</a:t>
                </a:r>
              </a:p>
            </p:txBody>
          </p:sp>
          <p:pic>
            <p:nvPicPr>
              <p:cNvPr id="74" name="Picture 4" descr="Github Logo - Free social media icons">
                <a:extLst>
                  <a:ext uri="{FF2B5EF4-FFF2-40B4-BE49-F238E27FC236}">
                    <a16:creationId xmlns:a16="http://schemas.microsoft.com/office/drawing/2014/main" id="{4F5DF129-DF56-DCB7-FFE8-F323EF7F9EE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133586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3039</TotalTime>
  <Words>185</Words>
  <Application>Microsoft Office PowerPoint</Application>
  <PresentationFormat>Custom</PresentationFormat>
  <Paragraphs>51</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 Hebrew Scholar</vt:lpstr>
      <vt:lpstr>Calibri (Body)</vt:lpstr>
      <vt:lpstr>Cali'bri Light</vt:lpstr>
      <vt:lpstr>Arial</vt:lpstr>
      <vt:lpstr>Barlow Condensed Black</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Nguyễn Thành Trung</cp:lastModifiedBy>
  <cp:revision>100</cp:revision>
  <dcterms:created xsi:type="dcterms:W3CDTF">2023-07-02T07:57:15Z</dcterms:created>
  <dcterms:modified xsi:type="dcterms:W3CDTF">2026-01-29T02:42:55Z</dcterms:modified>
</cp:coreProperties>
</file>